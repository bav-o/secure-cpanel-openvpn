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cPanel &amp; OpenVPN on AWS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Terraform Infrastructure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VPN-Only Admin Access  |  Split Tunnel  |  Encrypted Backups  |  Full Monitoring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502920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0" y="516636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5212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Modules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31920" y="502920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516636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5212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3192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Environments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502920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0" y="51663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5212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Test Files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5029200"/>
            <a:ext cx="2103120" cy="1097280"/>
          </a:xfrm>
          <a:prstGeom prst="roundRect">
            <a:avLst>
              <a:gd name="adj" fmla="val 8333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875520" y="516636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0" y="5212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Locking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with public/private subnets, VPN-only admin, public web hosting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4846320"/>
          </a:xfrm>
          <a:prstGeom prst="rect">
            <a:avLst>
              <a:gd name="adj" fmla="val 2830"/>
            </a:avLst>
          </a:prstGeom>
          <a:ln w="254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10.0.0.0/16  [Flow Logs → CloudWatch]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5029200" cy="2560320"/>
          </a:xfrm>
          <a:prstGeom prst="roundRect">
            <a:avLst>
              <a:gd name="adj" fmla="val 3571"/>
            </a:avLst>
          </a:prstGeom>
          <a:solidFill>
            <a:srgbClr val="263166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28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Subnet (NACL protected)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14884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0160" y="224028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240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OpenVPN Server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6060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t3.small  •  Ubuntu 22.04  •  EIP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UDP 1194  •  Split Tunnel VPN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Easy-RSA PKI  •  AES-256-GCM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PKI backup → S3  •  VPC DNS push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IMDSv2 required  •  Encrypted EBS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212080" cy="2560320"/>
          </a:xfrm>
          <a:prstGeom prst="roundRect">
            <a:avLst>
              <a:gd name="adj" fmla="val 3571"/>
            </a:avLst>
          </a:prstGeom>
          <a:solidFill>
            <a:srgbClr val="263166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1828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(NACL protected)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148840"/>
            <a:ext cx="4480560" cy="1965960"/>
          </a:xfrm>
          <a:prstGeom prst="roundRect">
            <a:avLst>
              <a:gd name="adj" fmla="val 4651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22402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286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0" y="2240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cPanel/WHM Server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60604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c5.xlarge  •  AlmaLinux 8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gp3 100GB (3000 IOPS, 125 MiB/s)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HTTP/HTTPS: public (hosted sites)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WHM/cPanel/SSH: VPN-only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 for S3 backups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IMDSv2 required  •  Encrypted EBS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3017520"/>
            <a:ext cx="13716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tunnel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" y="461772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470916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54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4690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GW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9834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traffic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4617720"/>
            <a:ext cx="2286000" cy="868680"/>
          </a:xfrm>
          <a:prstGeom prst="roundRect">
            <a:avLst>
              <a:gd name="adj" fmla="val 10526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29000" y="470916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4754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77640" y="4690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Gateway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977640" y="49834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→ internet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52160" y="461772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89320" y="470916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4754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7960" y="4690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VPC Endpoint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37960" y="49834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Free, no NAT needed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686800" y="461772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823960" y="4709160"/>
            <a:ext cx="457200" cy="457200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39" name="Text 37"/>
          <p:cNvSpPr/>
          <p:nvPr/>
        </p:nvSpPr>
        <p:spPr>
          <a:xfrm>
            <a:off x="8823960" y="47548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372600" y="4690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Return Route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72600" y="49834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RT → VPN ENI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Clients (10.8.0.0/24)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5669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Web (80/443)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in depth: network, access, encryption, and audit controls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VPN-Only Admin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WHM (2087) — VPN CIDR only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cPanel (2083) — VPN CIDR only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(22) — VPN CIDR only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admin_cidr rejects 0.0.0.0/0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60020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Web Hosting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0116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(80) — 0.0.0.0/0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(443) — 0.0.0.0/0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hosted websites only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from admin 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600200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Tunnel VPN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201168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private subnets via VPN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traffic stays direct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DNS pushed to clients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 return route in private 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1605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Controls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5720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&amp; Private NACLs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Flow Logs → CloudWatch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Source/dest check disabled (VPN)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Groups per role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40233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34840" y="4160520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26" name="Text 24"/>
          <p:cNvSpPr/>
          <p:nvPr/>
        </p:nvSpPr>
        <p:spPr>
          <a:xfrm>
            <a:off x="443484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348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&amp; Storage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5720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gp3 encrypted at rest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KMS server-side encryption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SSL-only bucket policy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VPC Gateway Endpoint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75320" y="41605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827532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2396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Hardening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0" y="457200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IMDSv2 required (both instances)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roles — no static keys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PKI auto-backup to S3</a:t>
            </a:r>
            <a:endParaRPr lang="en-US" sz="10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 state locking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&amp; Monitoring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S3 backups with encryption + CloudWatch alarms with SNS alerts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Backup Infrastructure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103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S3 Bucket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1031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version history for recovery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65176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06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Encryption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2606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encryption with AWS managed key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108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SSL-Only Policy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31089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policy denies non-HTTPS requests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65760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611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Access Block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611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public access blocked at bucket level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16052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114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Rules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4114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cleanup of old versions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466344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OpenVPN PKI Backup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4617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auto-backed up on first boot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516636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1051560" y="5120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cPanel IAM Role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017520" y="5120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role for backup — no static keys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566928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56235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VPC Endpoint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017520" y="5623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S3 access, no NAT charges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1645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9440" y="1600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CloudWatch Monitoring + SNS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92240" y="210312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3A4080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29400" y="2212848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699516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Utilization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5160" y="23591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80% for 5 min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92240" y="274320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3A4080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29400" y="2852928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2" name="Text 40"/>
          <p:cNvSpPr/>
          <p:nvPr/>
        </p:nvSpPr>
        <p:spPr>
          <a:xfrm>
            <a:off x="6995160" y="27889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Check Failed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95160" y="299923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or system failure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92240" y="338328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3A4080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629400" y="3493008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6" name="Text 44"/>
          <p:cNvSpPr/>
          <p:nvPr/>
        </p:nvSpPr>
        <p:spPr>
          <a:xfrm>
            <a:off x="6995160" y="34290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 Utilization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95160" y="363931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85% (CWAgent)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92240" y="402336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3A4080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629400" y="4133088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0" name="Text 48"/>
          <p:cNvSpPr/>
          <p:nvPr/>
        </p:nvSpPr>
        <p:spPr>
          <a:xfrm>
            <a:off x="699516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Utilization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95160" y="42793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85% (CWAgent)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92240" y="466344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3A4080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629400" y="4773168"/>
            <a:ext cx="274320" cy="274320"/>
          </a:xfrm>
          <a:prstGeom prst="ellipse">
            <a:avLst/>
          </a:prstGeom>
          <a:solidFill>
            <a:srgbClr val="3498DB"/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4709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 Email Alerts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95160" y="491947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notification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92240" y="530352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3A4080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629400" y="5413248"/>
            <a:ext cx="274320" cy="274320"/>
          </a:xfrm>
          <a:prstGeom prst="ellipse">
            <a:avLst/>
          </a:prstGeom>
          <a:solidFill>
            <a:srgbClr val="9B59B6"/>
          </a:solidFill>
          <a:ln/>
        </p:spPr>
      </p:sp>
      <p:sp>
        <p:nvSpPr>
          <p:cNvPr id="58" name="Text 56"/>
          <p:cNvSpPr/>
          <p:nvPr/>
        </p:nvSpPr>
        <p:spPr>
          <a:xfrm>
            <a:off x="6995160" y="5349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Flow Logs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95160" y="55595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traffic → CloudWatch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Comparison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and Prod environments with consistent security, different sizing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320040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23360" y="1554480"/>
            <a:ext cx="365760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1554480"/>
            <a:ext cx="3657600" cy="41148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1965960"/>
            <a:ext cx="32004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965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cPanel Instance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23360" y="196596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3" name="Text 11"/>
          <p:cNvSpPr/>
          <p:nvPr/>
        </p:nvSpPr>
        <p:spPr>
          <a:xfrm>
            <a:off x="402336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c5.large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80960" y="196596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c5.xlarge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2377440"/>
            <a:ext cx="32004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3774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OpenVPN Instance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023360" y="2377440"/>
            <a:ext cx="36576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19" name="Text 17"/>
          <p:cNvSpPr/>
          <p:nvPr/>
        </p:nvSpPr>
        <p:spPr>
          <a:xfrm>
            <a:off x="402336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t3.small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680960" y="2377440"/>
            <a:ext cx="36576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2377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t3.small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2788920"/>
            <a:ext cx="32004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27889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Volume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023360" y="278892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GB gp3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80960" y="278892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27" name="Text 25"/>
          <p:cNvSpPr/>
          <p:nvPr/>
        </p:nvSpPr>
        <p:spPr>
          <a:xfrm>
            <a:off x="7680960" y="2788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GB gp3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3200400"/>
            <a:ext cx="32004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200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IOPS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023360" y="3200400"/>
            <a:ext cx="36576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31" name="Text 29"/>
          <p:cNvSpPr/>
          <p:nvPr/>
        </p:nvSpPr>
        <p:spPr>
          <a:xfrm>
            <a:off x="402336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80960" y="3200400"/>
            <a:ext cx="36576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3611880"/>
            <a:ext cx="32004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Throughput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023360" y="361188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7" name="Text 35"/>
          <p:cNvSpPr/>
          <p:nvPr/>
        </p:nvSpPr>
        <p:spPr>
          <a:xfrm>
            <a:off x="402336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MiB/s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680960" y="361188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39" name="Text 37"/>
          <p:cNvSpPr/>
          <p:nvPr/>
        </p:nvSpPr>
        <p:spPr>
          <a:xfrm>
            <a:off x="7680960" y="3611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MiB/s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" y="4023360"/>
            <a:ext cx="32004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023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023360" y="4023360"/>
            <a:ext cx="36576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43" name="Text 41"/>
          <p:cNvSpPr/>
          <p:nvPr/>
        </p:nvSpPr>
        <p:spPr>
          <a:xfrm>
            <a:off x="402336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+ Status + Disk + Memory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680960" y="4023360"/>
            <a:ext cx="36576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4023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+ Status + Disk + Memory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2960" y="4434840"/>
            <a:ext cx="32004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47" name="Text 45"/>
          <p:cNvSpPr/>
          <p:nvPr/>
        </p:nvSpPr>
        <p:spPr>
          <a:xfrm>
            <a:off x="822960" y="44348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Backup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023360" y="443484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49" name="Text 47"/>
          <p:cNvSpPr/>
          <p:nvPr/>
        </p:nvSpPr>
        <p:spPr>
          <a:xfrm>
            <a:off x="4023360" y="4434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+ KMS + SSL-only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680960" y="443484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1" name="Text 49"/>
          <p:cNvSpPr/>
          <p:nvPr/>
        </p:nvSpPr>
        <p:spPr>
          <a:xfrm>
            <a:off x="7680960" y="4434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Versioned + KMS + SSL-only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22960" y="4846320"/>
            <a:ext cx="32004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4846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023360" y="4846320"/>
            <a:ext cx="36576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55" name="Text 53"/>
          <p:cNvSpPr/>
          <p:nvPr/>
        </p:nvSpPr>
        <p:spPr>
          <a:xfrm>
            <a:off x="4023360" y="4846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tunnel, PKI → S3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680960" y="4846320"/>
            <a:ext cx="36576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57" name="Text 55"/>
          <p:cNvSpPr/>
          <p:nvPr/>
        </p:nvSpPr>
        <p:spPr>
          <a:xfrm>
            <a:off x="7680960" y="4846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tunnel, PKI → S3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22960" y="5257800"/>
            <a:ext cx="32004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9" name="Text 57"/>
          <p:cNvSpPr/>
          <p:nvPr/>
        </p:nvSpPr>
        <p:spPr>
          <a:xfrm>
            <a:off x="822960" y="5257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Logs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023360" y="525780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61" name="Text 59"/>
          <p:cNvSpPr/>
          <p:nvPr/>
        </p:nvSpPr>
        <p:spPr>
          <a:xfrm>
            <a:off x="4023360" y="5257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680960" y="525780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63" name="Text 61"/>
          <p:cNvSpPr/>
          <p:nvPr/>
        </p:nvSpPr>
        <p:spPr>
          <a:xfrm>
            <a:off x="7680960" y="52578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22960" y="5669280"/>
            <a:ext cx="32004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65" name="Text 63"/>
          <p:cNvSpPr/>
          <p:nvPr/>
        </p:nvSpPr>
        <p:spPr>
          <a:xfrm>
            <a:off x="822960" y="5669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Locking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023360" y="5669280"/>
            <a:ext cx="36576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67" name="Text 65"/>
          <p:cNvSpPr/>
          <p:nvPr/>
        </p:nvSpPr>
        <p:spPr>
          <a:xfrm>
            <a:off x="4023360" y="5669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680960" y="5669280"/>
            <a:ext cx="3657600" cy="411480"/>
          </a:xfrm>
          <a:prstGeom prst="rect">
            <a:avLst/>
          </a:prstGeom>
          <a:solidFill>
            <a:srgbClr val="263166"/>
          </a:solidFill>
          <a:ln/>
        </p:spPr>
      </p:sp>
      <p:sp>
        <p:nvSpPr>
          <p:cNvPr id="69" name="Text 67"/>
          <p:cNvSpPr/>
          <p:nvPr/>
        </p:nvSpPr>
        <p:spPr>
          <a:xfrm>
            <a:off x="7680960" y="5669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DynamoDB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22960" y="6080760"/>
            <a:ext cx="32004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71" name="Text 69"/>
          <p:cNvSpPr/>
          <p:nvPr/>
        </p:nvSpPr>
        <p:spPr>
          <a:xfrm>
            <a:off x="822960" y="6080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IMDSv2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023360" y="608076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73" name="Text 71"/>
          <p:cNvSpPr/>
          <p:nvPr/>
        </p:nvSpPr>
        <p:spPr>
          <a:xfrm>
            <a:off x="4023360" y="6080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680960" y="6080760"/>
            <a:ext cx="3657600" cy="41148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75" name="Text 73"/>
          <p:cNvSpPr/>
          <p:nvPr/>
        </p:nvSpPr>
        <p:spPr>
          <a:xfrm>
            <a:off x="7680960" y="6080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Project Structure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Terraform tests with mock providers — no real resources created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 (8 files)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03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vpc.tftest.hcl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83280" y="2103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CIDR, subnets, Flow Logs, S3 Endpoint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security_groups.tftest.hcl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VPN-only, web public, SSH restricted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openvpn.tftest.hcl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31089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type, EIP, source_dest_check, IAM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11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cpanel.tftest.hcl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36118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Instance, volume, IOPS, IMDSv2, IAM profile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14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s3_backup.tftest.hcl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41148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Versioning, encryption, public block, SSL-only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617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monitoring.tftest.hcl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4617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status, disk, memory alarms + SNS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516636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51206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integration.tftest.hcl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51206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Cross-module security model validation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5669280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5623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admin_cidr.tftest.hcl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5623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0.0.0.0/0 for admin access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146304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2D3561"/>
          </a:solidFill>
          <a:ln/>
          <a:effectLst>
            <a:outerShdw sx="100000" sy="100000" kx="0" ky="0" algn="bl" rotWithShape="0" blurRad="508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9224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92240" y="2011680"/>
            <a:ext cx="5029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vcode/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modules/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vpc/              # VPC, subnets, IGW, NAT, NACLs,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                    Flow Logs, S3 Endpoint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security_groups/  # SGs: admin VPN-only, web public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openvpn/          # EC2, EIP, split tunnel, PKI→S3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cpanel/           # EC2, IAM, hostname, gp3 tuning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s3_backup/        # Encrypted, versioned, SSL-only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route53/          # DNS A records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monitoring/       # CPU, status, disk, memory + SNS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environments/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dev/              # c5.large, DynamoDB locking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prod/             # c5.xlarge, DynamoDB locking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                # 8 native Terraform test files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8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2026-03-10T21:45:19Z</dcterms:created>
  <dcterms:modified xsi:type="dcterms:W3CDTF">2026-03-10T21:45:19Z</dcterms:modified>
</cp:coreProperties>
</file>