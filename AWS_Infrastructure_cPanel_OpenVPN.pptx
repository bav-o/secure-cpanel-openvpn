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900000">
            <a:off x="6858000" y="-457200"/>
            <a:ext cx="3200400" cy="22860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 rot="-900000">
            <a:off x="7498080" y="-731520"/>
            <a:ext cx="2743200" cy="1828800"/>
          </a:xfrm>
          <a:prstGeom prst="rect">
            <a:avLst/>
          </a:prstGeom>
          <a:solidFill>
            <a:srgbClr val="1E3A5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78308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Secure cPanel &amp; OpenVPN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251460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AWS Infrastructure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31520" y="3200400"/>
            <a:ext cx="2286000" cy="0"/>
          </a:xfrm>
          <a:prstGeom prst="line">
            <a:avLst/>
          </a:prstGeom>
          <a:noFill/>
          <a:ln w="38100">
            <a:solidFill>
              <a:srgbClr val="0891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3429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VPN-only admin access  |  Private subnet isolation  |  Enterprise modules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4572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6675120" cy="3383280"/>
          </a:xfrm>
          <a:prstGeom prst="rect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dash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 10.0.0.0/16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3017520" cy="2697480"/>
          </a:xfrm>
          <a:prstGeom prst="rect">
            <a:avLst/>
          </a:prstGeom>
          <a:solidFill>
            <a:srgbClr val="E0F7FA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25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Subnet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691640"/>
            <a:ext cx="256032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80160" y="1737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OpenVPN Server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2148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22.04  |  t3.small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IP  |  UDP 1194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source_dest_check = false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60120" y="3200400"/>
            <a:ext cx="164592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Text 10"/>
          <p:cNvSpPr/>
          <p:nvPr/>
        </p:nvSpPr>
        <p:spPr>
          <a:xfrm>
            <a:off x="960120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749040" y="1280160"/>
            <a:ext cx="3017520" cy="2697480"/>
          </a:xfrm>
          <a:prstGeom prst="rect">
            <a:avLst/>
          </a:prstGeom>
          <a:solidFill>
            <a:srgbClr val="FFF8E1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40480" y="1325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Subnet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977640" y="1691640"/>
            <a:ext cx="256032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78308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26280" y="1737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cPanel / WHM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114800" y="2148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AlmaLinux 8  |  c5.xlarge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GB gp3  |  No Public IP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access only (10.8.0.0/24)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4206240" y="3200400"/>
            <a:ext cx="1645920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7"/>
          <p:cNvSpPr/>
          <p:nvPr/>
        </p:nvSpPr>
        <p:spPr>
          <a:xfrm>
            <a:off x="4206240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520440" y="2331720"/>
            <a:ext cx="228600" cy="0"/>
          </a:xfrm>
          <a:prstGeom prst="line">
            <a:avLst/>
          </a:prstGeom>
          <a:noFill/>
          <a:ln w="31750">
            <a:solidFill>
              <a:srgbClr val="0891B2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474720" y="205740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7223760" y="1051560"/>
            <a:ext cx="1645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143000"/>
            <a:ext cx="274320" cy="27432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635240" y="1051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Backups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7635240" y="1325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encrypted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6995160" y="1371600"/>
            <a:ext cx="228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29" name="Shape 24"/>
          <p:cNvSpPr/>
          <p:nvPr/>
        </p:nvSpPr>
        <p:spPr>
          <a:xfrm>
            <a:off x="7223760" y="1920240"/>
            <a:ext cx="1645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2011680"/>
            <a:ext cx="274320" cy="27432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7635240" y="1920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53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7635240" y="2194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vpn. / cpanel.</a:t>
            </a:r>
            <a:endParaRPr lang="en-US" sz="800" dirty="0"/>
          </a:p>
        </p:txBody>
      </p:sp>
      <p:sp>
        <p:nvSpPr>
          <p:cNvPr id="33" name="Shape 27"/>
          <p:cNvSpPr/>
          <p:nvPr/>
        </p:nvSpPr>
        <p:spPr>
          <a:xfrm>
            <a:off x="6995160" y="2240280"/>
            <a:ext cx="228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34" name="Shape 28"/>
          <p:cNvSpPr/>
          <p:nvPr/>
        </p:nvSpPr>
        <p:spPr>
          <a:xfrm>
            <a:off x="7223760" y="2788920"/>
            <a:ext cx="1645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2880360"/>
            <a:ext cx="274320" cy="274320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7635240" y="2788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7635240" y="3063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+ Status</a:t>
            </a:r>
            <a:endParaRPr lang="en-US" sz="800" dirty="0"/>
          </a:p>
        </p:txBody>
      </p:sp>
      <p:sp>
        <p:nvSpPr>
          <p:cNvPr id="38" name="Shape 31"/>
          <p:cNvSpPr/>
          <p:nvPr/>
        </p:nvSpPr>
        <p:spPr>
          <a:xfrm>
            <a:off x="6995160" y="3108960"/>
            <a:ext cx="228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39" name="Shape 32"/>
          <p:cNvSpPr/>
          <p:nvPr/>
        </p:nvSpPr>
        <p:spPr>
          <a:xfrm>
            <a:off x="7223760" y="3657600"/>
            <a:ext cx="164592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0" y="3730752"/>
            <a:ext cx="256032" cy="256032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7635240" y="36576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Alerts</a:t>
            </a:r>
            <a:endParaRPr lang="en-US" sz="1000" dirty="0"/>
          </a:p>
        </p:txBody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480560"/>
            <a:ext cx="256032" cy="256032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731520" y="446227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Clients (10.8.0.0/24)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in depth — every layer locked down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931920" cy="1005840"/>
          </a:xfrm>
          <a:prstGeom prst="rect">
            <a:avLst/>
          </a:prstGeom>
          <a:solidFill>
            <a:srgbClr val="1A2744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17320"/>
            <a:ext cx="54864" cy="10058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002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5270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Subnet Isolation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74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cPanel has no public IP. All admin access requires VPN connection first.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846320" y="1417320"/>
            <a:ext cx="3931920" cy="1005840"/>
          </a:xfrm>
          <a:prstGeom prst="rect">
            <a:avLst/>
          </a:prstGeom>
          <a:solidFill>
            <a:srgbClr val="1A2744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1417320"/>
            <a:ext cx="54864" cy="10058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002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15270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VPN-Only Access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486400" y="1874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 2087, 2083, 80, 443, 22 restricted to VPN CIDR (10.8.0.0/24) via Security Groups.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2560320"/>
            <a:ext cx="3931920" cy="1005840"/>
          </a:xfrm>
          <a:prstGeom prst="rect">
            <a:avLst/>
          </a:prstGeom>
          <a:solidFill>
            <a:srgbClr val="1A2744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60320"/>
            <a:ext cx="54864" cy="10058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4320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88720" y="26700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SSH Restricted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188720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to OpenVPN server locked to admin_cidr — not open to 0.0.0.0/0.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846320" y="2560320"/>
            <a:ext cx="3931920" cy="1005840"/>
          </a:xfrm>
          <a:prstGeom prst="rect">
            <a:avLst/>
          </a:prstGeom>
          <a:solidFill>
            <a:srgbClr val="1A2744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846320" y="2560320"/>
            <a:ext cx="54864" cy="10058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74320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86400" y="26700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Roles, No Static Creds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486400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cPanel uses IAM instance profile for S3 backups. No access keys on the server.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3703320"/>
            <a:ext cx="3931920" cy="1005840"/>
          </a:xfrm>
          <a:prstGeom prst="rect">
            <a:avLst/>
          </a:prstGeom>
          <a:solidFill>
            <a:srgbClr val="1A2744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48640" y="3703320"/>
            <a:ext cx="54864" cy="10058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886200"/>
            <a:ext cx="320040" cy="3200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188720" y="38130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at Rest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188720" y="4160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EBS volumes encrypted. S3 uses KMS. All public S3 access blocked.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846320" y="3703320"/>
            <a:ext cx="3931920" cy="1005840"/>
          </a:xfrm>
          <a:prstGeom prst="rect">
            <a:avLst/>
          </a:prstGeom>
          <a:solidFill>
            <a:srgbClr val="1A2744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4846320" y="3703320"/>
            <a:ext cx="54864" cy="10058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88620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486400" y="38130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IMDSv2 Enforced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5486400" y="4160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metadata service v2 required on all instances — prevents SSRF attacks.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&amp; Monitoring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188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S3 Backup Strategy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22960" y="1920240"/>
            <a:ext cx="1463040" cy="411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9202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468880" y="19202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0-30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22960" y="2514600"/>
            <a:ext cx="1463040" cy="4114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2514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STANDARD-IA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468880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30-90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22960" y="3108960"/>
            <a:ext cx="1463040" cy="41148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31089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GLACIER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468880" y="3108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90-365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22960" y="3703320"/>
            <a:ext cx="1463040" cy="4114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37033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468880" y="37033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365+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554480" y="2331720"/>
            <a:ext cx="0" cy="137160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42062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Encrypted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 Enabled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Public Access Blocked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754880" y="1005840"/>
            <a:ext cx="393192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365760" cy="3657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532120" y="1188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CloudWatch Monitoring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029200" y="1920240"/>
            <a:ext cx="3383280" cy="64008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2057400"/>
            <a:ext cx="320040" cy="32004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5669280" y="1965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Utilization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5669280" y="22402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&gt; 80%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29200" y="2743200"/>
            <a:ext cx="3383280" cy="640080"/>
          </a:xfrm>
          <a:prstGeom prst="rect">
            <a:avLst/>
          </a:prstGeom>
          <a:solidFill>
            <a:srgbClr val="F0F4F8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2880360"/>
            <a:ext cx="320040" cy="32004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5669280" y="2788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Check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5669280" y="3063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Failed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5029200" y="3566160"/>
            <a:ext cx="3383280" cy="91440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3703320"/>
            <a:ext cx="320040" cy="32004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66928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Email Alerts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5669280" y="39502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notification on alarm trigger via email 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Environment Comparison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5029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91840" y="1051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852160" y="1051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1554480"/>
            <a:ext cx="76809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cPanel Instance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9184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c5.large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85216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c5.xlarge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011680"/>
            <a:ext cx="7680960" cy="457200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OpenVPN Instance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9184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t3.small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5216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t3.small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468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Volume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91840" y="2468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GB gp3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852160" y="2468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GB gp3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2926080"/>
            <a:ext cx="7680960" cy="457200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Client CIDR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918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10.8.0.0/24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8521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10.8.0.0/24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3383280"/>
            <a:ext cx="76809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83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Lifecycle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291840" y="3383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→ Glacier → Expire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3383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→ Glacier → Expire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840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91840" y="3840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+ Status Alarms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852160" y="3840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+ Status Alarms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31520" y="4297680"/>
            <a:ext cx="76809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297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1840" y="4297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dev.example.com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852160" y="4297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example.com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291840" y="1554480"/>
            <a:ext cx="256032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184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c5.large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852160" y="1554480"/>
            <a:ext cx="2560320" cy="457200"/>
          </a:xfrm>
          <a:prstGeom prst="rect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52160" y="15544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c5.xlarge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31520" y="4389120"/>
            <a:ext cx="7680960" cy="502920"/>
          </a:xfrm>
          <a:prstGeom prst="rect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434840"/>
            <a:ext cx="320040" cy="320040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1371600" y="438912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33 Terraform tests passing  |  terraform validate: Success  |  terraform fmt: Clean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6858000" y="3200400"/>
            <a:ext cx="3200400" cy="2286000"/>
          </a:xfrm>
          <a:prstGeom prst="rect">
            <a:avLst/>
          </a:prstGeom>
          <a:solidFill>
            <a:srgbClr val="1A274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2801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1031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Ready for Deployment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914400" y="2834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  |  Tested  |  Secure by Default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429000" y="3429000"/>
            <a:ext cx="228600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657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Secure cPanel &amp; OpenVPN — AWS Infrastructure</dc:title>
  <dc:subject>PptxGenJS Presentation</dc:subject>
  <dc:creator>Infrastructure Team</dc:creator>
  <cp:lastModifiedBy>Infrastructure Team</cp:lastModifiedBy>
  <cp:revision>1</cp:revision>
  <dcterms:created xsi:type="dcterms:W3CDTF">2026-03-10T16:59:31Z</dcterms:created>
  <dcterms:modified xsi:type="dcterms:W3CDTF">2026-03-10T16:59:31Z</dcterms:modified>
</cp:coreProperties>
</file>